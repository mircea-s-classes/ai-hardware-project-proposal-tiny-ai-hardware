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646" autoAdjust="0"/>
  </p:normalViewPr>
  <p:slideViewPr>
    <p:cSldViewPr snapToGrid="0">
      <p:cViewPr varScale="1">
        <p:scale>
          <a:sx n="91" d="100"/>
          <a:sy n="91" d="100"/>
        </p:scale>
        <p:origin x="13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5EA2FC-43B9-43B3-AB7E-0342B28E851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EE4151-9929-491B-87E3-EA1AE87BC9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2736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Hi everyone, I</a:t>
            </a:r>
            <a:r>
              <a:rPr lang="zh-CN" altLang="en-US" dirty="0"/>
              <a:t>‘</a:t>
            </a:r>
            <a:r>
              <a:rPr lang="en-US" altLang="zh-CN" dirty="0"/>
              <a:t>m Yi Deng. Title is </a:t>
            </a:r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Hand Gesture Recognition on an Embedded Vision System.</a:t>
            </a:r>
            <a:r>
              <a:rPr lang="zh-CN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dirty="0"/>
              <a:t>this project focuses on building a real-time hand gesture recognition system on the </a:t>
            </a:r>
            <a:r>
              <a:rPr lang="en-US" altLang="zh-CN" dirty="0" err="1"/>
              <a:t>OpenMV</a:t>
            </a:r>
            <a:r>
              <a:rPr lang="en-US" altLang="zh-CN" dirty="0"/>
              <a:t> H7 platform.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EE4151-9929-491B-87E3-EA1AE87BC99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6866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Gesture interaction is widely used in wearable devices and small robots.</a:t>
            </a:r>
            <a:br>
              <a:rPr lang="en-US" altLang="zh-CN" dirty="0"/>
            </a:br>
            <a:r>
              <a:rPr lang="en-US" altLang="zh-CN" dirty="0"/>
              <a:t>However, most systems rely on GPUs or cloud inference, which increases latency and raises privacy concerns.</a:t>
            </a:r>
            <a:br>
              <a:rPr lang="en-US" altLang="zh-CN" dirty="0"/>
            </a:br>
            <a:r>
              <a:rPr lang="en-US" altLang="zh-CN" dirty="0"/>
              <a:t>My goal is to show that useful vision-based gesture recognition can run directly on microcontroller hardware, without network support.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EE4151-9929-491B-87E3-EA1AE87BC99C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6083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The camera captures the hand region, and a quantized </a:t>
            </a:r>
            <a:r>
              <a:rPr lang="en-US" altLang="zh-CN" dirty="0" err="1"/>
              <a:t>TinyML</a:t>
            </a:r>
            <a:r>
              <a:rPr lang="en-US" altLang="zh-CN" dirty="0"/>
              <a:t> model classifies the gesture on the microcontroller.</a:t>
            </a:r>
            <a:br>
              <a:rPr lang="en-US" altLang="zh-CN" dirty="0"/>
            </a:br>
            <a:r>
              <a:rPr lang="en-US" altLang="zh-CN" dirty="0"/>
              <a:t>The system will detect at least three basic gestures and give immediate feedback such as LED or buzzer control.</a:t>
            </a:r>
            <a:br>
              <a:rPr lang="en-US" altLang="zh-CN" dirty="0"/>
            </a:br>
            <a:r>
              <a:rPr lang="en-US" altLang="zh-CN" dirty="0"/>
              <a:t>The performance targets include at least 10 frames per second and keeping the model size under 500 KB so it fits into memory.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EE4151-9929-491B-87E3-EA1AE87BC99C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6051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77371A-288C-C232-CF39-634120EF5D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4221F20-27F1-DE92-5434-11D5FAD75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3D8F78-1A5F-6DF6-71E2-35CEFAB03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8AF194-1E05-555C-3259-499F4780E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994940-24DE-7C99-B2D6-E6C3FECD6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5565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A96AF-3C69-5A38-3384-546BC1929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466712-3CCF-09A0-060B-D94F75461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D85C33-564B-D846-F7A8-B9FB07637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380DD5-9A2D-BA92-15D7-9BA0A76AF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50A793-AA66-2476-F812-369AF2270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9286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389A6-189B-E457-51B9-60B833570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CEB656-E13F-A301-00A5-4D94AB7C7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DCC508-E839-4A7C-0803-1C23151B0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BB1556-B490-2E91-F2F8-4227AED69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D98FFE-9FA8-67A1-4804-DB25C4355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340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AE28B3-68F0-F0B9-0ACD-67B20411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45D648-411E-C922-7768-CE91A621EF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6AF3A18-091F-3DBF-FCC1-A8C116899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61BA18-55E3-7749-E55A-9ADF3E20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99C9614-E1A2-4A57-995A-F1ABE4456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096FD6-FA24-FF00-1BD8-4CF09777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9120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C0218C-86CE-A664-5161-2E8EF3861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9DF13CE-F7BB-C74A-F2C6-0B642DF5F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0A358AE-B5DE-2E8D-E9E4-2076C63A30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D4968E8-0904-4A63-288E-AFEDFE2D38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5C25DEE-8866-00A4-ACA8-0557BB2907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1A766A-4CE2-B58A-3AA0-905BED1D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D1AB56E-11C0-EE77-60BA-6AFFFA81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3D89B3F-54EA-E941-1756-F37E3AB45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630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2712A8-427C-C9D6-4FC9-68A2E2F3E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B1FE93D-F374-0DD4-DE61-076ACDDD7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AFD084D-1C75-1BC0-D7C7-8DB745427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F5D543-BAD1-FF02-8674-772FFC1B4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3528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210173-C226-C17D-2C99-2742807DD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E8FFAE2-C644-38EF-FF61-583D7B06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74A4771-29FC-DA0E-C17B-D441F8BB7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577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B27CD-9684-E8B3-73A1-450EAB38F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8F284DD-9B9B-E6C2-B3AE-65900F701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69EEB-737B-C5B3-230D-DEFF0A8A08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1A77D1F-A75F-A895-92E5-86464D7FE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A516F7F-C802-9DBD-5006-C967B0DCE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6BE8946-9CA0-72F0-3A7E-E22488E7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47153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63E5BA-33C6-D1D1-785F-66A46FAC0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396DC8B-DF4E-DC2C-32E2-34B2592B9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61424BF-824B-16F1-CA24-358F3A3717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AD93A09-FF73-5579-E0A6-9D8523E56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1050002-BECD-6341-4A17-8AB584E5A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B39A428-9ACF-725F-113C-37C9072F1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5190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B60340-026B-D10D-D55B-3698FFB7D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34219D-DADB-2405-6725-F8002E5D88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6544B7-5A8E-141E-6D92-B879A6F94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357ADC-ED62-4FA5-B050-82D22F9FA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43292A-AEC3-4CA0-77C8-1CA6AA025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3679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CD2C7A1-04EF-87CB-F972-A52AD22885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2500707-69BD-492E-3A3D-B9EDE478FE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7242F7-EDA1-AF91-C08B-043584E59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2BE67E5-BE80-93D3-332C-F6D656AD3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1DE0B3-65DD-825C-453C-4EEC507E8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49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9C50B9F-CD81-C02A-B5BE-411C72672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C58DF-FCA7-51A6-9636-0D9F1E73C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D442F0-1527-EAB3-6D18-096F4782B5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9BBF5-53D3-44FC-8C3B-D3DD809837B3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5941C2-4701-1C00-116F-69C419262F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3A1A42-3246-AA68-F565-F3819C2298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CC7ED-130F-4F48-8F66-F4B9098BCD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7921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77FDCE-0C4E-3F07-87CD-035F47B996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1001"/>
            <a:ext cx="9144000" cy="1655762"/>
          </a:xfrm>
        </p:spPr>
        <p:txBody>
          <a:bodyPr>
            <a:normAutofit/>
          </a:bodyPr>
          <a:lstStyle/>
          <a:p>
            <a:r>
              <a:rPr lang="en-US" altLang="zh-CN" sz="5000" dirty="0">
                <a:latin typeface="Arial" panose="020B0604020202020204" pitchFamily="34" charset="0"/>
                <a:cs typeface="Arial" panose="020B0604020202020204" pitchFamily="34" charset="0"/>
              </a:rPr>
              <a:t>Hand Gesture Recognition on an Embedded Vision System</a:t>
            </a:r>
            <a:endParaRPr lang="zh-CN" altLang="en-US" sz="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E766973-8BBA-523E-BB57-29D4B896C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99201"/>
            <a:ext cx="9144000" cy="1655762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Tiny AI Hardware</a:t>
            </a:r>
          </a:p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Yi Deng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 descr="徽标&#10;&#10;AI 生成的内容可能不正确。">
            <a:extLst>
              <a:ext uri="{FF2B5EF4-FFF2-40B4-BE49-F238E27FC236}">
                <a16:creationId xmlns:a16="http://schemas.microsoft.com/office/drawing/2014/main" id="{E833BECE-9F4B-5B45-E024-B073DFE70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310" y="247074"/>
            <a:ext cx="1699489" cy="95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309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40255"/>
            <a:ext cx="10515600" cy="1325563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Why &amp; What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- Hands‑free interaction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- Fully on-device processing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- No cloud or GPU required</a:t>
            </a:r>
          </a:p>
        </p:txBody>
      </p:sp>
      <p:pic>
        <p:nvPicPr>
          <p:cNvPr id="4" name="图片 3" descr="徽标&#10;&#10;AI 生成的内容可能不正确。">
            <a:extLst>
              <a:ext uri="{FF2B5EF4-FFF2-40B4-BE49-F238E27FC236}">
                <a16:creationId xmlns:a16="http://schemas.microsoft.com/office/drawing/2014/main" id="{31100576-4C20-F463-FD95-39F9C03E3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310" y="247074"/>
            <a:ext cx="1699489" cy="9559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ethod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Camera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TinyML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Model → Output</a:t>
            </a:r>
          </a:p>
          <a:p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Targets: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• ≥3 gestures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• ≥10 FPS</a:t>
            </a:r>
          </a:p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• ≤500 KB model size</a:t>
            </a:r>
          </a:p>
        </p:txBody>
      </p:sp>
      <p:pic>
        <p:nvPicPr>
          <p:cNvPr id="4" name="图片 3" descr="徽标&#10;&#10;AI 生成的内容可能不正确。">
            <a:extLst>
              <a:ext uri="{FF2B5EF4-FFF2-40B4-BE49-F238E27FC236}">
                <a16:creationId xmlns:a16="http://schemas.microsoft.com/office/drawing/2014/main" id="{0EB86D0E-B3FC-075B-FF15-FB0E9AA884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310" y="247074"/>
            <a:ext cx="1699489" cy="9559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677</TotalTime>
  <Words>213</Words>
  <Application>Microsoft Office PowerPoint</Application>
  <PresentationFormat>宽屏</PresentationFormat>
  <Paragraphs>20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Hand Gesture Recognition on an Embedded Vision System</vt:lpstr>
      <vt:lpstr>Why &amp; What</vt:lpstr>
      <vt:lpstr>Method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Deng, Yi (edh4su)</dc:creator>
  <cp:lastModifiedBy>Deng, Yi (edh4su)</cp:lastModifiedBy>
  <cp:revision>4</cp:revision>
  <dcterms:created xsi:type="dcterms:W3CDTF">2025-11-05T18:21:37Z</dcterms:created>
  <dcterms:modified xsi:type="dcterms:W3CDTF">2025-11-06T16:38:16Z</dcterms:modified>
</cp:coreProperties>
</file>