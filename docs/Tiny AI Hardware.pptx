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7371A-288C-C232-CF39-634120EF5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221F20-27F1-DE92-5434-11D5FAD75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3D8F78-1A5F-6DF6-71E2-35CEFAB0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AF194-1E05-555C-3259-499F4780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94940-24DE-7C99-B2D6-E6C3FECD6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56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A96AF-3C69-5A38-3384-546BC192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66712-3CCF-09A0-060B-D94F75461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D85C33-564B-D846-F7A8-B9FB0763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80DD5-9A2D-BA92-15D7-9BA0A76A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0A793-AA66-2476-F812-369AF227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28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389A6-189B-E457-51B9-60B83357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EB656-E13F-A301-00A5-4D94AB7C7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DCC508-E839-4A7C-0803-1C23151B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BB1556-B490-2E91-F2F8-4227AED6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D98FFE-9FA8-67A1-4804-DB25C435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34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E28B3-68F0-F0B9-0ACD-67B20411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5D648-411E-C922-7768-CE91A621E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AF3A18-091F-3DBF-FCC1-A8C116899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61BA18-55E3-7749-E55A-9ADF3E20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9C9614-E1A2-4A57-995A-F1ABE4456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096FD6-FA24-FF00-1BD8-4CF09777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2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0218C-86CE-A664-5161-2E8EF386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DF13CE-F7BB-C74A-F2C6-0B642DF5F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A358AE-B5DE-2E8D-E9E4-2076C63A3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4968E8-0904-4A63-288E-AFEDFE2D3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C25DEE-8866-00A4-ACA8-0557BB290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1A766A-4CE2-B58A-3AA0-905BED1D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1AB56E-11C0-EE77-60BA-6AFFFA81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D89B3F-54EA-E941-1756-F37E3AB4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63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712A8-427C-C9D6-4FC9-68A2E2F3E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1FE93D-F374-0DD4-DE61-076ACDDD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FD084D-1C75-1BC0-D7C7-8DB74542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5D543-BAD1-FF02-8674-772FFC1B4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52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210173-C226-C17D-2C99-2742807D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8FFAE2-C644-38EF-FF61-583D7B06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4A4771-29FC-DA0E-C17B-D441F8BB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57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B27CD-9684-E8B3-73A1-450EAB38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284DD-9B9B-E6C2-B3AE-65900F701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69EEB-737B-C5B3-230D-DEFF0A8A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A77D1F-A75F-A895-92E5-86464D7FE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516F7F-C802-9DBD-5006-C967B0DC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BE8946-9CA0-72F0-3A7E-E22488E7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15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3E5BA-33C6-D1D1-785F-66A46FAC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96DC8B-DF4E-DC2C-32E2-34B2592B9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1424BF-824B-16F1-CA24-358F3A371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D93A09-FF73-5579-E0A6-9D8523E56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050002-BECD-6341-4A17-8AB584E5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39A428-9ACF-725F-113C-37C9072F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19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60340-026B-D10D-D55B-3698FFB7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34219D-DADB-2405-6725-F8002E5D8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6544B7-5A8E-141E-6D92-B879A6F9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57ADC-ED62-4FA5-B050-82D22F9F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3292A-AEC3-4CA0-77C8-1CA6AA02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679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D2C7A1-04EF-87CB-F972-A52AD22885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500707-69BD-492E-3A3D-B9EDE478F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242F7-EDA1-AF91-C08B-043584E5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BE67E5-BE80-93D3-332C-F6D656AD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1DE0B3-65DD-825C-453C-4EEC507E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4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C50B9F-CD81-C02A-B5BE-411C7267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9C58DF-FCA7-51A6-9636-0D9F1E73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442F0-1527-EAB3-6D18-096F4782B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9BBF5-53D3-44FC-8C3B-D3DD809837B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5941C2-4701-1C00-116F-69C419262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3A1A42-3246-AA68-F565-F3819C229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CC7ED-130F-4F48-8F66-F4B9098BC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92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7FDCE-0C4E-3F07-87CD-035F47B99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1001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5000" dirty="0">
                <a:latin typeface="Arial" panose="020B0604020202020204" pitchFamily="34" charset="0"/>
                <a:cs typeface="Arial" panose="020B0604020202020204" pitchFamily="34" charset="0"/>
              </a:rPr>
              <a:t>Hand Gesture Recognition on an Embedded Vision System</a:t>
            </a:r>
            <a:endParaRPr lang="zh-CN" alt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766973-8BBA-523E-BB57-29D4B896C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9201"/>
            <a:ext cx="9144000" cy="1655762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Tiny AI Hardware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Yi Deng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E833BECE-9F4B-5B45-E024-B073DFE70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310" y="247074"/>
            <a:ext cx="1699489" cy="95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09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3C24-7DAB-57FD-6289-AA0B9A2A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6B4A5-67A2-25C8-4D0B-BCB71BA3F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2" y="375156"/>
            <a:ext cx="6520872" cy="1430554"/>
          </a:xfrm>
        </p:spPr>
        <p:txBody>
          <a:bodyPr>
            <a:normAutofit/>
          </a:bodyPr>
          <a:lstStyle/>
          <a:p>
            <a:endParaRPr lang="zh-CN" alt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6A32A9-48B6-8A77-83AE-21A527693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382" y="3396529"/>
            <a:ext cx="9144000" cy="1655762"/>
          </a:xfrm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687C8CC7-855F-666A-AC97-8CDCC59B5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310" y="247074"/>
            <a:ext cx="1699489" cy="95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08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Hand Gesture Recognition on an Embedded Vision System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Deng, Yi (edh4su)</dc:creator>
  <cp:lastModifiedBy>Deng, Yi (edh4su)</cp:lastModifiedBy>
  <cp:revision>1</cp:revision>
  <dcterms:created xsi:type="dcterms:W3CDTF">2025-11-05T18:21:37Z</dcterms:created>
  <dcterms:modified xsi:type="dcterms:W3CDTF">2025-11-05T18:24:28Z</dcterms:modified>
</cp:coreProperties>
</file>